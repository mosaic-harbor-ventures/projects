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D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731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BB"/>
                </a:solidFill>
              </a:rPr>
              <a:t>TRÍADE TEA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7799"/>
                </a:solidFill>
              </a:rPr>
              <a:t>CLÍNICA MULTIDISCIPLINAR ABA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828800"/>
            <a:ext cx="1371600" cy="64008"/>
          </a:xfrm>
          <a:prstGeom prst="rect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Proposta de Site Profissional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0C8"/>
                </a:solidFill>
              </a:rPr>
              <a:t>para a Tríade TEA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2926080" cy="475488"/>
          </a:xfrm>
          <a:prstGeom prst="rect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🎨  Design + Desenvolvimento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023360"/>
            <a:ext cx="2926080" cy="475488"/>
          </a:xfrm>
          <a:prstGeom prst="rect">
            <a:avLst/>
          </a:prstGeom>
          <a:solidFill>
            <a:srgbClr val="95C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0233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  Responsivo &amp;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023360"/>
            <a:ext cx="2926080" cy="475488"/>
          </a:xfrm>
          <a:prstGeom prst="rect">
            <a:avLst/>
          </a:prstGeom>
          <a:solidFill>
            <a:srgbClr val="4B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0233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⏱️  Entrega em 7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Pagamento em 2x · 50% entrada + 50% na entrega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6126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7"/>
                </a:solidFill>
              </a:rPr>
              <a:t>Proposta elaborada por Matheus Puppe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80560" y="274320"/>
            <a:ext cx="3200400" cy="365760"/>
          </a:xfrm>
          <a:prstGeom prst="rect">
            <a:avLst/>
          </a:prstGeom>
          <a:solidFill>
            <a:srgbClr val="95C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 QUE ESTÁ INCLUSO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2D3A"/>
                </a:solidFill>
              </a:rPr>
              <a:t>Tudo que seu site precisa para converter pacientes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474720" cy="2103120"/>
          </a:xfrm>
          <a:prstGeom prst="rect">
            <a:avLst/>
          </a:prstGeom>
          <a:solidFill>
            <a:srgbClr val="F8F8FC"/>
          </a:solidFill>
          <a:ln w="1270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3474720" cy="54864"/>
          </a:xfrm>
          <a:prstGeom prst="rect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3A"/>
                </a:solidFill>
              </a:rPr>
              <a:t>🎨  Design Personalizado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0"/>
                </a:solidFill>
              </a:rPr>
              <a:t>Layout exclusivo nas cores e identidade da Tríade TEA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3474720" cy="2103120"/>
          </a:xfrm>
          <a:prstGeom prst="rect">
            <a:avLst/>
          </a:prstGeom>
          <a:solidFill>
            <a:srgbClr val="F8F8FC"/>
          </a:solidFill>
          <a:ln w="1270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45920"/>
            <a:ext cx="3474720" cy="54864"/>
          </a:xfrm>
          <a:prstGeom prst="rect">
            <a:avLst/>
          </a:prstGeom>
          <a:solidFill>
            <a:srgbClr val="95C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3A"/>
                </a:solidFill>
              </a:rPr>
              <a:t>📱  Responsivo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0"/>
                </a:solidFill>
              </a:rPr>
              <a:t>Funciona em celular, tablet e computador perfeitamente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645920"/>
            <a:ext cx="3474720" cy="2103120"/>
          </a:xfrm>
          <a:prstGeom prst="rect">
            <a:avLst/>
          </a:prstGeom>
          <a:solidFill>
            <a:srgbClr val="F8F8FC"/>
          </a:solidFill>
          <a:ln w="1270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3474720" cy="54864"/>
          </a:xfrm>
          <a:prstGeom prst="rect">
            <a:avLst/>
          </a:prstGeom>
          <a:solidFill>
            <a:srgbClr val="4B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3A"/>
                </a:solidFill>
              </a:rPr>
              <a:t>📋  5 Seções Completas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0"/>
                </a:solidFill>
              </a:rPr>
              <a:t>Hero, serviços, sobre, depoimentos e agendamento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77640"/>
            <a:ext cx="3474720" cy="2103120"/>
          </a:xfrm>
          <a:prstGeom prst="rect">
            <a:avLst/>
          </a:prstGeom>
          <a:solidFill>
            <a:srgbClr val="F8F8FC"/>
          </a:solidFill>
          <a:ln w="1270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3A"/>
                </a:solidFill>
              </a:rPr>
              <a:t>💬  WhatsApp Integrado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0"/>
                </a:solidFill>
              </a:rPr>
              <a:t>Botão flutuante + link direto para conversa na clínica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977640"/>
            <a:ext cx="3474720" cy="2103120"/>
          </a:xfrm>
          <a:prstGeom prst="rect">
            <a:avLst/>
          </a:prstGeom>
          <a:solidFill>
            <a:srgbClr val="F8F8FC"/>
          </a:solidFill>
          <a:ln w="1270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977640"/>
            <a:ext cx="3474720" cy="54864"/>
          </a:xfrm>
          <a:prstGeom prst="rect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3A"/>
                </a:solidFill>
              </a:rPr>
              <a:t>🔍  SEO Básico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0"/>
                </a:solidFill>
              </a:rPr>
              <a:t>Otimização para aparecer no Google e atrair famílias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977640"/>
            <a:ext cx="3474720" cy="2103120"/>
          </a:xfrm>
          <a:prstGeom prst="rect">
            <a:avLst/>
          </a:prstGeom>
          <a:solidFill>
            <a:srgbClr val="F8F8FC"/>
          </a:solidFill>
          <a:ln w="1270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977640"/>
            <a:ext cx="3474720" cy="54864"/>
          </a:xfrm>
          <a:prstGeom prst="rect">
            <a:avLst/>
          </a:prstGeom>
          <a:solidFill>
            <a:srgbClr val="95C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3A"/>
                </a:solidFill>
              </a:rPr>
              <a:t>🛠️  Suporte 30 dias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0"/>
                </a:solidFill>
              </a:rPr>
              <a:t>30 dias de suporte + até 3 revisões incluídas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228600"/>
            <a:ext cx="2743200" cy="365760"/>
          </a:xfrm>
          <a:prstGeom prst="rect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228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PRÉVIA DO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Veja como vai ficar</a:t>
            </a:r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858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BB"/>
                </a:solidFill>
              </a:rPr>
              <a:t>🏠 Página Inicial</a:t>
            </a:r>
          </a:p>
        </p:txBody>
      </p:sp>
      <p:pic>
        <p:nvPicPr>
          <p:cNvPr id="7" name="Picture 6" descr="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54480"/>
            <a:ext cx="45720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AABB"/>
                </a:solidFill>
              </a:rPr>
              <a:t>🩺 Serviços</a:t>
            </a:r>
          </a:p>
        </p:txBody>
      </p:sp>
      <p:pic>
        <p:nvPicPr>
          <p:cNvPr id="9" name="Picture 8" descr="agendam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114800"/>
            <a:ext cx="45720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AABB"/>
                </a:solidFill>
              </a:rPr>
              <a:t>📅 Agendamento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274320"/>
            <a:ext cx="2743200" cy="365760"/>
          </a:xfrm>
          <a:prstGeom prst="rect">
            <a:avLst/>
          </a:prstGeom>
          <a:solidFill>
            <a:srgbClr val="4B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2D3A"/>
                </a:solidFill>
              </a:rPr>
              <a:t>Do acordo à entrega em 7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80"/>
                </a:solidFill>
              </a:rPr>
              <a:t>Processo simples, transparente e rápido. Você foca na clínica, eu cuido do site.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2194560"/>
            <a:ext cx="1097280" cy="1097280"/>
          </a:xfrm>
          <a:prstGeom prst="ellipse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2D3A"/>
                </a:solidFill>
              </a:rPr>
              <a:t>Aprovação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Proposta aceita e pagamento da entrada de R$ 1.250</a:t>
            </a:r>
          </a:p>
        </p:txBody>
      </p:sp>
      <p:sp>
        <p:nvSpPr>
          <p:cNvPr id="10" name="Oval 9"/>
          <p:cNvSpPr/>
          <p:nvPr/>
        </p:nvSpPr>
        <p:spPr>
          <a:xfrm>
            <a:off x="4069080" y="2194560"/>
            <a:ext cx="1097280" cy="10972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1945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2D3A"/>
                </a:solidFill>
              </a:rPr>
              <a:t>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886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Coleto informações, textos, fotos e detalhes da clínica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2194560"/>
            <a:ext cx="1097280" cy="1097280"/>
          </a:xfrm>
          <a:prstGeom prst="ellipse">
            <a:avLst/>
          </a:prstGeom>
          <a:solidFill>
            <a:srgbClr val="95C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1945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2D3A"/>
                </a:solidFill>
              </a:rPr>
              <a:t>Desenvolvimento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86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Site desenvolvido em até 5 dias com atualizações</a:t>
            </a:r>
          </a:p>
        </p:txBody>
      </p:sp>
      <p:sp>
        <p:nvSpPr>
          <p:cNvPr id="18" name="Oval 17"/>
          <p:cNvSpPr/>
          <p:nvPr/>
        </p:nvSpPr>
        <p:spPr>
          <a:xfrm>
            <a:off x="9646920" y="2194560"/>
            <a:ext cx="1097280" cy="1097280"/>
          </a:xfrm>
          <a:prstGeom prst="ellipse">
            <a:avLst/>
          </a:prstGeom>
          <a:solidFill>
            <a:srgbClr val="4B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1945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2D3A"/>
                </a:solidFill>
              </a:rPr>
              <a:t>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886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Aprovação final, pagamento e site no 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69A"/>
                </a:solidFill>
              </a:rPr>
              <a:t>⏱️ 7 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Prazo entrega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51206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5212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5C93D"/>
                </a:solidFill>
              </a:rPr>
              <a:t>🔄 3 revisões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Ajustes incluídos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1206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BC8E8"/>
                </a:solidFill>
              </a:rPr>
              <a:t>🛡️ 30 dias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Suporte pós-entrega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51206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5212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💳 2x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0"/>
                </a:solidFill>
              </a:rPr>
              <a:t>Pagamento parcelado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274320"/>
            <a:ext cx="27432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2D3A"/>
                </a:solidFill>
              </a:rPr>
              <a:t>Um site que trabalha por você 24h por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515600" cy="4389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Pacote Completo — Tríade TEA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Design personalizado Tríade TEA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62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5 seções completas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95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Responsivo (mobile + tablet + desktop)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570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WhatsApp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04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Formulário de agendamento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SEO básico configurado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99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3 revisões incluídas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469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 30 dias de suporte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94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5A0C8"/>
                </a:solidFill>
              </a:rPr>
              <a:t>R$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828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2.500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337560"/>
            <a:ext cx="3840480" cy="1371600"/>
          </a:xfrm>
          <a:prstGeom prst="rect">
            <a:avLst/>
          </a:prstGeom>
          <a:solidFill>
            <a:srgbClr val="2E2E42"/>
          </a:solidFill>
          <a:ln w="12700">
            <a:solidFill>
              <a:srgbClr val="44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3429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7799"/>
                </a:solidFill>
              </a:rPr>
              <a:t>FORMA DE PAGAMENTO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794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🟡  Entrada (aprovação)       R$ 1.250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160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C93D"/>
                </a:solidFill>
              </a:rPr>
              <a:t>🟢  Final (entrega)              R$ 1.250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892040"/>
            <a:ext cx="3840480" cy="594360"/>
          </a:xfrm>
          <a:prstGeom prst="rect">
            <a:avLst/>
          </a:prstGeom>
          <a:solidFill>
            <a:srgbClr val="E8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8920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💬  Quero aprovar a proposta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577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</a:rPr>
              <a:t>Pix · Transferência · Cartão de crédito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914400"/>
            <a:ext cx="5029200" cy="5029200"/>
          </a:xfrm>
          <a:prstGeom prst="ellipse">
            <a:avLst/>
          </a:prstGeom>
          <a:solidFill>
            <a:srgbClr val="3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5486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Pronto para colocar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0C8"/>
                </a:solidFill>
              </a:rPr>
              <a:t>a Tríade TEA no mapa digital?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CC"/>
                </a:solidFill>
              </a:rPr>
              <a:t>Famílias buscam clínicas de TEA online todos os dias.
Um site profissional coloca a Tríade TEA na frente da concorrência.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931920"/>
            <a:ext cx="3017520" cy="502920"/>
          </a:xfrm>
          <a:prstGeom prst="rect">
            <a:avLst/>
          </a:prstGeom>
          <a:solidFill>
            <a:srgbClr val="2E2E44"/>
          </a:solidFill>
          <a:ln w="19050">
            <a:solidFill>
              <a:srgbClr val="E8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R$ 2.500 · 2x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931920"/>
            <a:ext cx="3017520" cy="502920"/>
          </a:xfrm>
          <a:prstGeom prst="rect">
            <a:avLst/>
          </a:prstGeom>
          <a:solidFill>
            <a:srgbClr val="2E2E44"/>
          </a:solidFill>
          <a:ln w="19050">
            <a:solidFill>
              <a:srgbClr val="4B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⏱️ Entrega em 7 dias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931920"/>
            <a:ext cx="3017520" cy="502920"/>
          </a:xfrm>
          <a:prstGeom prst="rect">
            <a:avLst/>
          </a:prstGeom>
          <a:solidFill>
            <a:srgbClr val="2E2E44"/>
          </a:solidFill>
          <a:ln w="19050">
            <a:solidFill>
              <a:srgbClr val="95C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matheus.puppe@gmail.com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66"/>
                </a:solidFill>
              </a:rPr>
              <a:t>Proposta elaborada por Matheus Puppe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